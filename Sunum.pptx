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9F68D-F37D-4B3E-A6D2-8B5BDD64786C}" type="datetimeFigureOut">
              <a:rPr lang="tr-TR" smtClean="0"/>
              <a:t>6.05.2020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8C653-488F-4BA9-841F-6B49A8AFAA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80348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9F68D-F37D-4B3E-A6D2-8B5BDD64786C}" type="datetimeFigureOut">
              <a:rPr lang="tr-TR" smtClean="0"/>
              <a:t>6.05.2020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8C653-488F-4BA9-841F-6B49A8AFAA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06037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9F68D-F37D-4B3E-A6D2-8B5BDD64786C}" type="datetimeFigureOut">
              <a:rPr lang="tr-TR" smtClean="0"/>
              <a:t>6.05.2020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8C653-488F-4BA9-841F-6B49A8AFAA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6263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9F68D-F37D-4B3E-A6D2-8B5BDD64786C}" type="datetimeFigureOut">
              <a:rPr lang="tr-TR" smtClean="0"/>
              <a:t>6.05.2020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8C653-488F-4BA9-841F-6B49A8AFAA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43043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9F68D-F37D-4B3E-A6D2-8B5BDD64786C}" type="datetimeFigureOut">
              <a:rPr lang="tr-TR" smtClean="0"/>
              <a:t>6.05.2020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8C653-488F-4BA9-841F-6B49A8AFAA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4648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9F68D-F37D-4B3E-A6D2-8B5BDD64786C}" type="datetimeFigureOut">
              <a:rPr lang="tr-TR" smtClean="0"/>
              <a:t>6.05.2020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8C653-488F-4BA9-841F-6B49A8AFAA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80661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9F68D-F37D-4B3E-A6D2-8B5BDD64786C}" type="datetimeFigureOut">
              <a:rPr lang="tr-TR" smtClean="0"/>
              <a:t>6.05.2020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8C653-488F-4BA9-841F-6B49A8AFAA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79244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9F68D-F37D-4B3E-A6D2-8B5BDD64786C}" type="datetimeFigureOut">
              <a:rPr lang="tr-TR" smtClean="0"/>
              <a:t>6.05.2020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8C653-488F-4BA9-841F-6B49A8AFAA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42444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9F68D-F37D-4B3E-A6D2-8B5BDD64786C}" type="datetimeFigureOut">
              <a:rPr lang="tr-TR" smtClean="0"/>
              <a:t>6.05.2020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8C653-488F-4BA9-841F-6B49A8AFAA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48317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9F68D-F37D-4B3E-A6D2-8B5BDD64786C}" type="datetimeFigureOut">
              <a:rPr lang="tr-TR" smtClean="0"/>
              <a:t>6.05.2020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8C653-488F-4BA9-841F-6B49A8AFAA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17447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9F68D-F37D-4B3E-A6D2-8B5BDD64786C}" type="datetimeFigureOut">
              <a:rPr lang="tr-TR" smtClean="0"/>
              <a:t>6.05.2020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8C653-488F-4BA9-841F-6B49A8AFAA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410621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9F68D-F37D-4B3E-A6D2-8B5BDD64786C}" type="datetimeFigureOut">
              <a:rPr lang="tr-TR" smtClean="0"/>
              <a:t>6.05.2020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8C653-488F-4BA9-841F-6B49A8AFAA27}" type="slidenum">
              <a:rPr lang="tr-TR" smtClean="0"/>
              <a:t>‹#›</a:t>
            </a:fld>
            <a:endParaRPr lang="tr-TR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143094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9F68D-F37D-4B3E-A6D2-8B5BDD64786C}" type="datetimeFigureOut">
              <a:rPr lang="tr-TR" smtClean="0"/>
              <a:t>6.05.2020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8C653-488F-4BA9-841F-6B49A8AFAA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513622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üt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9F68D-F37D-4B3E-A6D2-8B5BDD64786C}" type="datetimeFigureOut">
              <a:rPr lang="tr-TR" smtClean="0"/>
              <a:t>6.05.2020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8C653-488F-4BA9-841F-6B49A8AFAA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318763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Resim Sütu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9F68D-F37D-4B3E-A6D2-8B5BDD64786C}" type="datetimeFigureOut">
              <a:rPr lang="tr-TR" smtClean="0"/>
              <a:t>6.05.2020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8C653-488F-4BA9-841F-6B49A8AFAA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432470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9F68D-F37D-4B3E-A6D2-8B5BDD64786C}" type="datetimeFigureOut">
              <a:rPr lang="tr-TR" smtClean="0"/>
              <a:t>6.05.2020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8C653-488F-4BA9-841F-6B49A8AFAA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0647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9F68D-F37D-4B3E-A6D2-8B5BDD64786C}" type="datetimeFigureOut">
              <a:rPr lang="tr-TR" smtClean="0"/>
              <a:t>6.05.2020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8C653-488F-4BA9-841F-6B49A8AFAA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49442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CC9F68D-F37D-4B3E-A6D2-8B5BDD64786C}" type="datetimeFigureOut">
              <a:rPr lang="tr-TR" smtClean="0"/>
              <a:t>6.05.2020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428C653-488F-4BA9-841F-6B49A8AFAA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167643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smtClean="0"/>
              <a:t>Makine Öğrenmesi Vize Projesi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 smtClean="0"/>
              <a:t>Çağatay Türkan</a:t>
            </a:r>
          </a:p>
          <a:p>
            <a:r>
              <a:rPr lang="tr-TR" dirty="0" smtClean="0"/>
              <a:t>1908020005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33953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Object </a:t>
            </a:r>
            <a:r>
              <a:rPr lang="tr-TR" dirty="0" err="1" smtClean="0"/>
              <a:t>Detection</a:t>
            </a:r>
            <a:r>
              <a:rPr lang="tr-TR" dirty="0" smtClean="0"/>
              <a:t> Nedir?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3624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ablet">
  <a:themeElements>
    <a:clrScheme name="Tablet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Tablet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ablet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Tablet</Template>
  <TotalTime>5</TotalTime>
  <Words>11</Words>
  <Application>Microsoft Office PowerPoint</Application>
  <PresentationFormat>Geniş ekran</PresentationFormat>
  <Paragraphs>4</Paragraphs>
  <Slides>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</vt:i4>
      </vt:variant>
    </vt:vector>
  </HeadingPairs>
  <TitlesOfParts>
    <vt:vector size="6" baseType="lpstr">
      <vt:lpstr>Calisto MT</vt:lpstr>
      <vt:lpstr>Trebuchet MS</vt:lpstr>
      <vt:lpstr>Wingdings 2</vt:lpstr>
      <vt:lpstr>Tablet</vt:lpstr>
      <vt:lpstr>Makine Öğrenmesi Vize Projesi</vt:lpstr>
      <vt:lpstr>Object Detection Nedir?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Makine Öğrenmesi Vize Projesi</dc:title>
  <dc:creator>Çağatay Türkan</dc:creator>
  <cp:lastModifiedBy>Çağatay Türkan</cp:lastModifiedBy>
  <cp:revision>1</cp:revision>
  <dcterms:created xsi:type="dcterms:W3CDTF">2020-05-06T14:12:20Z</dcterms:created>
  <dcterms:modified xsi:type="dcterms:W3CDTF">2020-05-06T14:18:13Z</dcterms:modified>
</cp:coreProperties>
</file>